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渠道经营回顾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Q3 渠道经营回顾 的要点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核心指标达成情况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核心指标达成情况 的要点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重点渠道表现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重点渠道表现 的要点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团队团建照片集锦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团队团建照片集锦 的要点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问题与原因分析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问题与原因分析 的要点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行动计划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Q4 行动计划 的要点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